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8" r:id="rId2"/>
    <p:sldId id="267" r:id="rId3"/>
    <p:sldId id="271" r:id="rId4"/>
    <p:sldId id="272" r:id="rId5"/>
    <p:sldId id="288" r:id="rId6"/>
    <p:sldId id="289" r:id="rId7"/>
    <p:sldId id="290" r:id="rId8"/>
    <p:sldId id="274" r:id="rId9"/>
    <p:sldId id="273" r:id="rId10"/>
    <p:sldId id="275" r:id="rId11"/>
    <p:sldId id="280" r:id="rId12"/>
    <p:sldId id="281" r:id="rId13"/>
    <p:sldId id="282" r:id="rId14"/>
    <p:sldId id="286" r:id="rId15"/>
    <p:sldId id="287" r:id="rId16"/>
    <p:sldId id="283" r:id="rId17"/>
    <p:sldId id="278" r:id="rId18"/>
    <p:sldId id="279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2" autoAdjust="0"/>
    <p:restoredTop sz="94660"/>
  </p:normalViewPr>
  <p:slideViewPr>
    <p:cSldViewPr>
      <p:cViewPr>
        <p:scale>
          <a:sx n="66" d="100"/>
          <a:sy n="66" d="100"/>
        </p:scale>
        <p:origin x="-1518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 advTm="4000">
    <p:cut/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" TargetMode="External"/><Relationship Id="rId2" Type="http://schemas.openxmlformats.org/officeDocument/2006/relationships/hyperlink" Target="https://www.flipkart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gitagged.com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628800"/>
            <a:ext cx="662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  <a:latin typeface="Arial Black" pitchFamily="34" charset="0"/>
              </a:rPr>
              <a:t>Source </a:t>
            </a:r>
            <a:r>
              <a:rPr lang="en-US" sz="3600" dirty="0">
                <a:solidFill>
                  <a:srgbClr val="FF0000"/>
                </a:solidFill>
                <a:latin typeface="Arial Black" pitchFamily="34" charset="0"/>
              </a:rPr>
              <a:t>C</a:t>
            </a:r>
            <a:r>
              <a:rPr lang="en-US" sz="3600" dirty="0" smtClean="0">
                <a:solidFill>
                  <a:srgbClr val="FF0000"/>
                </a:solidFill>
                <a:latin typeface="Arial Black" pitchFamily="34" charset="0"/>
              </a:rPr>
              <a:t>ode Management</a:t>
            </a:r>
            <a:r>
              <a:rPr lang="en-US" sz="3600" dirty="0" smtClean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3600" dirty="0" smtClean="0">
                <a:solidFill>
                  <a:srgbClr val="FF0000"/>
                </a:solidFill>
                <a:latin typeface="Arial Black" pitchFamily="34" charset="0"/>
              </a:rPr>
              <a:t>Project</a:t>
            </a:r>
            <a:endParaRPr lang="en-US" sz="3600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2195736" y="2852936"/>
            <a:ext cx="5112568" cy="2800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Team </a:t>
            </a:r>
            <a:r>
              <a:rPr lang="en-US" sz="2000" dirty="0" smtClean="0"/>
              <a:t>Details:</a:t>
            </a:r>
          </a:p>
          <a:p>
            <a:r>
              <a:rPr lang="en-US" sz="2000" dirty="0" smtClean="0"/>
              <a:t>1) </a:t>
            </a:r>
            <a:r>
              <a:rPr lang="en-US" sz="2000" dirty="0" err="1" smtClean="0"/>
              <a:t>Khushank</a:t>
            </a:r>
            <a:r>
              <a:rPr lang="en-US" sz="2000" dirty="0" smtClean="0"/>
              <a:t> Rukhaya</a:t>
            </a:r>
            <a:r>
              <a:rPr lang="en-US" sz="2000" dirty="0"/>
              <a:t>-</a:t>
            </a:r>
            <a:r>
              <a:rPr lang="en-US" sz="2000" dirty="0" smtClean="0"/>
              <a:t>2410991353</a:t>
            </a:r>
          </a:p>
          <a:p>
            <a:r>
              <a:rPr lang="en-US" sz="2000" dirty="0" smtClean="0"/>
              <a:t>2) </a:t>
            </a:r>
            <a:r>
              <a:rPr lang="en-US" sz="2000" dirty="0" err="1" smtClean="0"/>
              <a:t>Hitanshu</a:t>
            </a:r>
            <a:r>
              <a:rPr lang="en-US" sz="2000" dirty="0" smtClean="0"/>
              <a:t> Goyal-2410991347</a:t>
            </a:r>
          </a:p>
          <a:p>
            <a:r>
              <a:rPr lang="en-US" sz="2000" dirty="0" smtClean="0"/>
              <a:t>3) </a:t>
            </a:r>
            <a:r>
              <a:rPr lang="en-US" sz="2000" dirty="0" err="1" smtClean="0"/>
              <a:t>Kunal</a:t>
            </a:r>
            <a:r>
              <a:rPr lang="en-US" sz="2000" dirty="0" smtClean="0"/>
              <a:t> Mishra-2410991361</a:t>
            </a:r>
          </a:p>
          <a:p>
            <a:endParaRPr lang="en-US" sz="2000" dirty="0"/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Faculty Coordinator: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Dr.Sunil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Gupta</a:t>
            </a:r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 Institute of Engineering and Technology, </a:t>
            </a:r>
          </a:p>
          <a:p>
            <a:pPr algn="ctr"/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University, Punjab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980728"/>
            <a:ext cx="69127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Key Features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Statement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Highlights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  <a:p>
            <a:pPr>
              <a:buFont typeface="Arial" pitchFamily="34" charset="0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1124744"/>
            <a:ext cx="892899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Welcome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Bharat Store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! We are dedicated 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offering 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wide range of products exclusively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made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India. Our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mission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to support local artisans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manufacturers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high-quality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authentic items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By shopping with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you help promote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celebrate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Indian craftsmanship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contribute 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growth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our economy. Join us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embracing and supporting Made 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India products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700" y="845423"/>
            <a:ext cx="5004556" cy="3341697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980728"/>
            <a:ext cx="8424936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HTML (Hyper Text Markup Language):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raw material of web pages. It defines the structure and semantics of your content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CSS(Cascading Style Sheets):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CSS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the stylist of the web. It adds visual appeal, layout, and design to your HTML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content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Integration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HTML and CSS work together. In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our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we have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link an external CSS file to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our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HTML using the &lt;link&gt; tag in the &lt;head&gt; section</a:t>
            </a:r>
          </a:p>
          <a:p>
            <a:endParaRPr lang="en-US" sz="2800" b="1" dirty="0" smtClean="0"/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656" y="1124744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JavaScript: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JavaScript empowers websites by enabling interactivity, dynamic content updates, and seamless data fetching through AJAX. It handles client-side form validation, ensuring faster processing. With DOM manipulation, it customizes HTML and CSS based on user actions. Supporting APIs and frameworks, JavaScript creates responsive, user-friendly web applications while enhancing browser compatibility.</a:t>
            </a:r>
          </a:p>
          <a:p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1552" y="-29029"/>
            <a:ext cx="36960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Technical Details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8970"/>
      </p:ext>
    </p:extLst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836712"/>
            <a:ext cx="889248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a free and open-source distributed version control system created by Linus Torvalds. It is used to track changes in code or files, enabling developers to collaborate efficiently. Some key features of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include:</a:t>
            </a: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Branching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and Merging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Developers can create branches to work on features independently, then merge them back into the main branch.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Distributed System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Each collaborator has a full copy of the project repository, ensuring no data loss even if the main repository is inaccessible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What is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a cloud-based platform built 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It provides hosting for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repositories and additional features like: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151447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Technical Details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163729"/>
      </p:ext>
    </p:extLst>
  </p:cSld>
  <p:clrMapOvr>
    <a:masterClrMapping/>
  </p:clrMapOvr>
  <p:transition advTm="4000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Technical Details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6" y="836712"/>
            <a:ext cx="9142873" cy="5832648"/>
          </a:xfrm>
        </p:spPr>
        <p:txBody>
          <a:bodyPr/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Are Used in Website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Development: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Version Control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Websites often go through multiple changes.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helps track these changes, ensuring that developers can test, edit, and revert as needed.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Collaboration: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Teams use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share the codebase and manage contributions, avoiding conflicts when multiple people work on the same project.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Branch Workflow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Developers create branches in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work on specific features or fix bugs without affecting the live website.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Code Review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pull requests allow team members to review and discuss changes before merging them into the main branch.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Hosting and Deployment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Pages enables hosting static websites directly from a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repository.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Continuous Deployment tools integrate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repositories with servers or platforms like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Netlify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AWS, or Azure for automatic updates.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Issue Tracking: Developers can report and track bugs or feature requests using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Issues, ensuring smooth project management.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424900"/>
      </p:ext>
    </p:extLst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Only Made in India Products: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shelves hold only treasures crafted on Indian soil—each product a testament to our vibrant heritage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Supporting Local Artisans: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e’re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providing a vibrant platform for local artisans to showcase their talent and craftsmanship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empowers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their livelihoods, preserves traditional craftsmanship, and weaves a stronger community fabric.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Only Sell Authentic Products: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Authenticity builds trust. When customers know they’re getting genuine Indian craftsmanship, they feel confident in their purchase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  <a:p>
            <a:endParaRPr lang="en-US" sz="2400" dirty="0"/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908720"/>
            <a:ext cx="8424936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Product Quality Issues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product quality isn’t just about a single transaction—it ripples through customer experiences, brand reputation, and overall satisfaction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Additional Charges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surprise of additional charges can sour the customer experience. When people feel misled or encounter unexpected fees, they’re less likely to return for future purchases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3584"/>
            <a:ext cx="9144000" cy="5815776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 Up Page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9144000" cy="5904656"/>
          </a:xfrm>
        </p:spPr>
      </p:pic>
    </p:spTree>
    <p:extLst>
      <p:ext uri="{BB962C8B-B14F-4D97-AF65-F5344CB8AC3E}">
        <p14:creationId xmlns:p14="http://schemas.microsoft.com/office/powerpoint/2010/main" val="455602445"/>
      </p:ext>
    </p:extLst>
  </p:cSld>
  <p:clrMapOvr>
    <a:masterClrMapping/>
  </p:clrMapOvr>
  <p:transition advTm="4000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Page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9144000" cy="5832648"/>
          </a:xfrm>
        </p:spPr>
      </p:pic>
    </p:spTree>
    <p:extLst>
      <p:ext uri="{BB962C8B-B14F-4D97-AF65-F5344CB8AC3E}">
        <p14:creationId xmlns:p14="http://schemas.microsoft.com/office/powerpoint/2010/main" val="2381361011"/>
      </p:ext>
    </p:extLst>
  </p:cSld>
  <p:clrMapOvr>
    <a:masterClrMapping/>
  </p:clrMapOvr>
  <p:transition advTm="4000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Us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44272"/>
            <a:ext cx="9082004" cy="5609064"/>
          </a:xfrm>
        </p:spPr>
      </p:pic>
    </p:spTree>
    <p:extLst>
      <p:ext uri="{BB962C8B-B14F-4D97-AF65-F5344CB8AC3E}">
        <p14:creationId xmlns:p14="http://schemas.microsoft.com/office/powerpoint/2010/main" val="2299648137"/>
      </p:ext>
    </p:extLst>
  </p:cSld>
  <p:clrMapOvr>
    <a:masterClrMapping/>
  </p:clrMapOvr>
  <p:transition advTm="4000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Wishlist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704"/>
            <a:ext cx="9144000" cy="5859017"/>
          </a:xfrm>
        </p:spPr>
      </p:pic>
    </p:spTree>
    <p:extLst>
      <p:ext uri="{BB962C8B-B14F-4D97-AF65-F5344CB8AC3E}">
        <p14:creationId xmlns:p14="http://schemas.microsoft.com/office/powerpoint/2010/main" val="1647128965"/>
      </p:ext>
    </p:extLst>
  </p:cSld>
  <p:clrMapOvr>
    <a:masterClrMapping/>
  </p:clrMapOvr>
  <p:transition advTm="4000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0" y="836713"/>
            <a:ext cx="9146119" cy="5860340"/>
          </a:xfrm>
        </p:spPr>
      </p:pic>
    </p:spTree>
    <p:extLst>
      <p:ext uri="{BB962C8B-B14F-4D97-AF65-F5344CB8AC3E}">
        <p14:creationId xmlns:p14="http://schemas.microsoft.com/office/powerpoint/2010/main" val="461601996"/>
      </p:ext>
    </p:extLst>
  </p:cSld>
  <p:clrMapOvr>
    <a:masterClrMapping/>
  </p:clrMapOvr>
  <p:transition advTm="4000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Payment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9144000" cy="5715001"/>
          </a:xfrm>
        </p:spPr>
      </p:pic>
    </p:spTree>
    <p:extLst>
      <p:ext uri="{BB962C8B-B14F-4D97-AF65-F5344CB8AC3E}">
        <p14:creationId xmlns:p14="http://schemas.microsoft.com/office/powerpoint/2010/main" val="2879207199"/>
      </p:ext>
    </p:extLst>
  </p:cSld>
  <p:clrMapOvr>
    <a:masterClrMapping/>
  </p:clrMapOvr>
  <p:transition advTm="4000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Bharat Store” celebrates Indian culture and craftsmanship through an e-commerce platform. Authentic products, vibrant designs, and festival-themed collections weave together tradition and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innovation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 global patrons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explore our aisles, they not only shop but also connect—with artisans, landscapes, and memories. “The Bharat Store” isn’t just commerce; it’s a cultural odyssey.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www.flipkart.com/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https://www.amazon.com/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  <a:hlinkClick r:id="rId4"/>
              </a:rPr>
              <a:t>https://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4"/>
              </a:rPr>
              <a:t>www.gitagged.com/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  <a:hlinkClick r:id="rId3"/>
              </a:rPr>
              <a:t>https://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3"/>
              </a:rPr>
              <a:t>www.ajio.com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hlinkClick r:id="rId3"/>
              </a:rPr>
              <a:t>/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 advTm="4000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1924</TotalTime>
  <Words>784</Words>
  <Application>Microsoft Office PowerPoint</Application>
  <PresentationFormat>On-screen Show (4:3)</PresentationFormat>
  <Paragraphs>108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Technical Details</vt:lpstr>
      <vt:lpstr>PowerPoint Presentation</vt:lpstr>
      <vt:lpstr>PowerPoint Presentation</vt:lpstr>
      <vt:lpstr>PowerPoint Presentation</vt:lpstr>
      <vt:lpstr>Sign Up Page</vt:lpstr>
      <vt:lpstr>Home Page</vt:lpstr>
      <vt:lpstr>About Us</vt:lpstr>
      <vt:lpstr>Wishlist</vt:lpstr>
      <vt:lpstr>Cart</vt:lpstr>
      <vt:lpstr>Payment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DELL</cp:lastModifiedBy>
  <cp:revision>64</cp:revision>
  <dcterms:created xsi:type="dcterms:W3CDTF">2022-12-12T14:14:34Z</dcterms:created>
  <dcterms:modified xsi:type="dcterms:W3CDTF">2025-04-17T12:05:25Z</dcterms:modified>
</cp:coreProperties>
</file>